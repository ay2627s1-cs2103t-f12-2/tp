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2469-E44A-6EEB-F027-3E97C18CD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F6B11-2A55-515E-E967-E09AD8382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4C6F-9F02-F58C-4E57-41EE058C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3CF59-8A5E-40FB-6F36-DB067E1F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B8EA-EAF5-875B-E071-152AB342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505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573C-73F6-751F-0FA4-A8A1B61A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C126-AF2C-5462-65D8-6ABF3F81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B0CD3-ADD3-07BF-3179-BF769144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9D43-D617-2911-B02C-BDD6EB98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ECF3-39D7-8C28-41AF-9CEE65D9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012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5011-70BC-3C46-2F81-75606A7D2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0FBA-8DB8-14B2-8CB0-59AD7344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F355-E443-28F6-A973-954B9CEB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2915A-0CA3-16C6-50FA-6576B321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5F20F-1A77-56C2-8F1E-18806E6F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071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8A3B-8A38-1867-3BCA-FB30A914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4DB2-94E9-67DF-27F8-80619FB4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3733-4D3F-5537-353C-3CA6AD447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247CB-B39E-3DCD-5148-F4936789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75329-C37C-3E93-8644-449917DD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38D19-4BAB-1813-79E4-61E003A3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933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F977-99CA-2C11-97EB-6D7852E0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19310-3223-D984-D873-6BBEEB0CC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E75E3-567C-9903-D9C5-2474D5247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D22D4-8E77-47A4-B8EF-2C47B62C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F600D-2E67-76EC-D931-2559758FA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DA7E83-49C5-42C4-43ED-33FF85EF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70D7B-7728-8481-C13D-E9B4A8F2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D2AB6-4113-8BE2-7D95-020AB434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502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7165-013D-EAFF-B0C0-E52D3952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09F99-286C-220D-638B-300A3BBE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3B3DB-E62E-ADEA-FB6F-A2044435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8F6CF-21DA-AB63-6B17-6C91822B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850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CD0F2-361F-DBE5-BE1F-E092852F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421B4-55F1-66AF-98A9-A08AEEB6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D0EEE-7995-E997-7177-0C52046F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645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1D3B-5F84-8F5E-7EBE-3980408A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C2E2-D2CD-F8B9-EF94-2A718ED63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F148E-DCB5-A86D-505C-E5EE92006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1A811-A2AD-4305-BD78-5A5A3C64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6D43A-7276-36D9-1968-B0967CA9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8D003-85BD-A82C-A490-C170ED23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558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6936-6F4D-ADF1-4462-079544CB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C44B6-03A7-47FA-70B8-C1D52FBE4E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AD596-631A-21D1-B18C-422A47F55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660B1-4244-E655-171B-9BF79486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3A179-62B7-3FC8-780A-05E4B34F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F0CBF-BAA6-1268-FC29-FC8B8873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813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CC3A-BDF2-7702-4870-8CECD9D9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17E40-5F49-01A3-FA9D-2D36EC49D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B40B4-E6D2-3E99-0976-9CED286D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7C86-DB3B-CF3C-6A36-97B22A36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6EDFF-C783-EB8D-5168-C34FC05F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492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ECF53-D468-16AC-99E8-24C932024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944D8-B9DC-09AF-47B0-8ECD10E56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5ADA-DABF-FF03-7208-7BF5636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B7985-3FBC-7B0B-CF04-0796372F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7A5CF-CDDC-613C-6FD3-A05257E6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0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C90E4-0BD3-89E8-3C29-0369B32B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10B54-613F-3240-9EA6-3DBDEF3B3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85A79-A120-53A1-B9C1-B9DB9A3C5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73F83-56BC-4405-BEB7-B720E0616CA9}" type="datetimeFigureOut">
              <a:rPr lang="en-SG" smtClean="0"/>
              <a:t>21/10/2026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74F1B-6958-A6B8-90D4-0070B29E7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0FEA-243B-DD02-D1C9-B717FED23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020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39DA05-7E49-1562-8003-4AFC4A1BD2FE}"/>
              </a:ext>
            </a:extLst>
          </p:cNvPr>
          <p:cNvSpPr/>
          <p:nvPr/>
        </p:nvSpPr>
        <p:spPr>
          <a:xfrm>
            <a:off x="1438787" y="843147"/>
            <a:ext cx="7847717" cy="5583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1848AE-0C9D-400A-B102-BEC1F9CDB89D}"/>
              </a:ext>
            </a:extLst>
          </p:cNvPr>
          <p:cNvCxnSpPr>
            <a:cxnSpLocks/>
          </p:cNvCxnSpPr>
          <p:nvPr/>
        </p:nvCxnSpPr>
        <p:spPr>
          <a:xfrm>
            <a:off x="8142524" y="2897580"/>
            <a:ext cx="0" cy="33508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A8B3A18-CB8B-146C-403E-1CC879CB53DE}"/>
              </a:ext>
            </a:extLst>
          </p:cNvPr>
          <p:cNvSpPr/>
          <p:nvPr/>
        </p:nvSpPr>
        <p:spPr>
          <a:xfrm>
            <a:off x="9391403" y="843147"/>
            <a:ext cx="1735775" cy="5583049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94C69-76CA-E135-1C0F-FA200E42C9D5}"/>
              </a:ext>
            </a:extLst>
          </p:cNvPr>
          <p:cNvSpPr txBox="1"/>
          <p:nvPr/>
        </p:nvSpPr>
        <p:spPr>
          <a:xfrm>
            <a:off x="9856775" y="871639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B0531A-FDA3-E542-5BA6-42544E267380}"/>
              </a:ext>
            </a:extLst>
          </p:cNvPr>
          <p:cNvSpPr/>
          <p:nvPr/>
        </p:nvSpPr>
        <p:spPr>
          <a:xfrm>
            <a:off x="9822777" y="1329711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8BEC33-31F1-DE91-E06F-59C90AD95792}"/>
              </a:ext>
            </a:extLst>
          </p:cNvPr>
          <p:cNvCxnSpPr>
            <a:cxnSpLocks/>
          </p:cNvCxnSpPr>
          <p:nvPr/>
        </p:nvCxnSpPr>
        <p:spPr>
          <a:xfrm>
            <a:off x="10276120" y="1793174"/>
            <a:ext cx="0" cy="530827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8056F-BCBA-C2CE-5AB8-0B4B8ADE80F3}"/>
              </a:ext>
            </a:extLst>
          </p:cNvPr>
          <p:cNvSpPr/>
          <p:nvPr/>
        </p:nvSpPr>
        <p:spPr>
          <a:xfrm>
            <a:off x="8042567" y="2755076"/>
            <a:ext cx="213754" cy="4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D5F3D-9220-CAF5-E6F0-F35A74273D21}"/>
              </a:ext>
            </a:extLst>
          </p:cNvPr>
          <p:cNvSpPr/>
          <p:nvPr/>
        </p:nvSpPr>
        <p:spPr>
          <a:xfrm>
            <a:off x="7096473" y="2351315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c:CategoryCommand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5C5CCF-DEDB-E4E1-FBA4-9F671B31D55F}"/>
              </a:ext>
            </a:extLst>
          </p:cNvPr>
          <p:cNvSpPr txBox="1"/>
          <p:nvPr/>
        </p:nvSpPr>
        <p:spPr>
          <a:xfrm>
            <a:off x="4967049" y="924154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Logic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9DA102-D7C7-0864-72DB-C9F71AF6096E}"/>
              </a:ext>
            </a:extLst>
          </p:cNvPr>
          <p:cNvCxnSpPr>
            <a:cxnSpLocks/>
          </p:cNvCxnSpPr>
          <p:nvPr/>
        </p:nvCxnSpPr>
        <p:spPr>
          <a:xfrm>
            <a:off x="3325091" y="1837863"/>
            <a:ext cx="0" cy="51329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E27492-A5C4-0361-83BD-6F5829451F2F}"/>
              </a:ext>
            </a:extLst>
          </p:cNvPr>
          <p:cNvCxnSpPr>
            <a:cxnSpLocks/>
          </p:cNvCxnSpPr>
          <p:nvPr/>
        </p:nvCxnSpPr>
        <p:spPr>
          <a:xfrm>
            <a:off x="87968" y="2104992"/>
            <a:ext cx="31489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86E4CB2-E03C-023F-F707-D36D0A48D63C}"/>
              </a:ext>
            </a:extLst>
          </p:cNvPr>
          <p:cNvSpPr/>
          <p:nvPr/>
        </p:nvSpPr>
        <p:spPr>
          <a:xfrm>
            <a:off x="2583006" y="1422227"/>
            <a:ext cx="1597108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:LogicManager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986E1-9149-12B7-7EBF-3A15C455439E}"/>
              </a:ext>
            </a:extLst>
          </p:cNvPr>
          <p:cNvSpPr txBox="1"/>
          <p:nvPr/>
        </p:nvSpPr>
        <p:spPr>
          <a:xfrm>
            <a:off x="87968" y="1731103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execute(commandText)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47CFE2-3644-C77B-087F-F1A4095EB22B}"/>
              </a:ext>
            </a:extLst>
          </p:cNvPr>
          <p:cNvSpPr/>
          <p:nvPr/>
        </p:nvSpPr>
        <p:spPr>
          <a:xfrm>
            <a:off x="3236967" y="2100434"/>
            <a:ext cx="193021" cy="3914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35AFE82-DBC3-A2A5-4468-6CC21C93381F}"/>
              </a:ext>
            </a:extLst>
          </p:cNvPr>
          <p:cNvCxnSpPr>
            <a:cxnSpLocks/>
          </p:cNvCxnSpPr>
          <p:nvPr/>
        </p:nvCxnSpPr>
        <p:spPr>
          <a:xfrm flipV="1">
            <a:off x="3413159" y="2291936"/>
            <a:ext cx="2094517" cy="118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D5C1D8C-9020-E631-D39A-3AB2E81F6F67}"/>
              </a:ext>
            </a:extLst>
          </p:cNvPr>
          <p:cNvSpPr/>
          <p:nvPr/>
        </p:nvSpPr>
        <p:spPr>
          <a:xfrm>
            <a:off x="4573661" y="1422227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:AddressBookParser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5CFCEC-940A-647C-D0B6-EE5F5B394F6C}"/>
              </a:ext>
            </a:extLst>
          </p:cNvPr>
          <p:cNvCxnSpPr>
            <a:cxnSpLocks/>
          </p:cNvCxnSpPr>
          <p:nvPr/>
        </p:nvCxnSpPr>
        <p:spPr>
          <a:xfrm>
            <a:off x="5631382" y="1876301"/>
            <a:ext cx="0" cy="52251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FEA49B4-95FA-DC83-D79A-CF330E65003C}"/>
              </a:ext>
            </a:extLst>
          </p:cNvPr>
          <p:cNvSpPr/>
          <p:nvPr/>
        </p:nvSpPr>
        <p:spPr>
          <a:xfrm>
            <a:off x="5524505" y="2291936"/>
            <a:ext cx="211772" cy="17812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5B5019-3D1F-6AEF-8B90-613822248145}"/>
              </a:ext>
            </a:extLst>
          </p:cNvPr>
          <p:cNvCxnSpPr>
            <a:cxnSpLocks/>
          </p:cNvCxnSpPr>
          <p:nvPr/>
        </p:nvCxnSpPr>
        <p:spPr>
          <a:xfrm>
            <a:off x="5736277" y="2544124"/>
            <a:ext cx="136019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DC2ABDF-C1E4-3BE5-7B32-8325F88845C3}"/>
              </a:ext>
            </a:extLst>
          </p:cNvPr>
          <p:cNvCxnSpPr>
            <a:cxnSpLocks/>
          </p:cNvCxnSpPr>
          <p:nvPr/>
        </p:nvCxnSpPr>
        <p:spPr>
          <a:xfrm flipH="1">
            <a:off x="5786255" y="3170712"/>
            <a:ext cx="22563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394239A-9E75-CF00-20A8-E2460AEB3E6E}"/>
              </a:ext>
            </a:extLst>
          </p:cNvPr>
          <p:cNvCxnSpPr>
            <a:cxnSpLocks/>
          </p:cNvCxnSpPr>
          <p:nvPr/>
        </p:nvCxnSpPr>
        <p:spPr>
          <a:xfrm flipH="1" flipV="1">
            <a:off x="3463391" y="4047500"/>
            <a:ext cx="2027711" cy="19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95DE4C1-2072-FFCE-D33F-74673A3392B3}"/>
              </a:ext>
            </a:extLst>
          </p:cNvPr>
          <p:cNvSpPr txBox="1"/>
          <p:nvPr/>
        </p:nvSpPr>
        <p:spPr>
          <a:xfrm>
            <a:off x="4323999" y="364254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828905-BB93-B7BB-4631-F5A9EA65877A}"/>
              </a:ext>
            </a:extLst>
          </p:cNvPr>
          <p:cNvSpPr txBox="1"/>
          <p:nvPr/>
        </p:nvSpPr>
        <p:spPr>
          <a:xfrm>
            <a:off x="3540028" y="2291936"/>
            <a:ext cx="183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parseCommand(commandText)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6AC63B-D46B-0E2C-798A-F1F0E494A740}"/>
              </a:ext>
            </a:extLst>
          </p:cNvPr>
          <p:cNvCxnSpPr>
            <a:cxnSpLocks/>
          </p:cNvCxnSpPr>
          <p:nvPr/>
        </p:nvCxnSpPr>
        <p:spPr>
          <a:xfrm>
            <a:off x="3430485" y="4667828"/>
            <a:ext cx="46120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38E7358-5ED9-82AD-4087-CBB45DE230AF}"/>
              </a:ext>
            </a:extLst>
          </p:cNvPr>
          <p:cNvSpPr/>
          <p:nvPr/>
        </p:nvSpPr>
        <p:spPr>
          <a:xfrm>
            <a:off x="8042567" y="4625276"/>
            <a:ext cx="166060" cy="11924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EB016C-7725-BFD4-3652-F80963DC7E7F}"/>
              </a:ext>
            </a:extLst>
          </p:cNvPr>
          <p:cNvCxnSpPr>
            <a:cxnSpLocks/>
          </p:cNvCxnSpPr>
          <p:nvPr/>
        </p:nvCxnSpPr>
        <p:spPr>
          <a:xfrm flipH="1">
            <a:off x="3497832" y="5817755"/>
            <a:ext cx="4544735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8D087B1-CAB7-9EFF-E34A-4626B9F4785E}"/>
              </a:ext>
            </a:extLst>
          </p:cNvPr>
          <p:cNvSpPr txBox="1"/>
          <p:nvPr/>
        </p:nvSpPr>
        <p:spPr>
          <a:xfrm>
            <a:off x="4162239" y="4266047"/>
            <a:ext cx="123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03D640-3BDA-1079-2217-36B3BFEDFE81}"/>
              </a:ext>
            </a:extLst>
          </p:cNvPr>
          <p:cNvSpPr txBox="1"/>
          <p:nvPr/>
        </p:nvSpPr>
        <p:spPr>
          <a:xfrm>
            <a:off x="4173620" y="5481734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CommandResult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9EA0F6D-5439-FE4D-4B01-7ED208F1A9F6}"/>
              </a:ext>
            </a:extLst>
          </p:cNvPr>
          <p:cNvCxnSpPr>
            <a:cxnSpLocks/>
          </p:cNvCxnSpPr>
          <p:nvPr/>
        </p:nvCxnSpPr>
        <p:spPr>
          <a:xfrm>
            <a:off x="8256321" y="5071797"/>
            <a:ext cx="191273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4B292E3-A867-A97D-A29B-1DF9A059219B}"/>
              </a:ext>
            </a:extLst>
          </p:cNvPr>
          <p:cNvSpPr/>
          <p:nvPr/>
        </p:nvSpPr>
        <p:spPr>
          <a:xfrm>
            <a:off x="10169054" y="5059715"/>
            <a:ext cx="227671" cy="5733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4362F81-3EE8-9C2F-70EB-65497929BD6D}"/>
              </a:ext>
            </a:extLst>
          </p:cNvPr>
          <p:cNvCxnSpPr>
            <a:cxnSpLocks/>
          </p:cNvCxnSpPr>
          <p:nvPr/>
        </p:nvCxnSpPr>
        <p:spPr>
          <a:xfrm flipH="1">
            <a:off x="8263247" y="5633064"/>
            <a:ext cx="190580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2A89327-162A-19E1-E663-43F0CC41BA5E}"/>
              </a:ext>
            </a:extLst>
          </p:cNvPr>
          <p:cNvSpPr txBox="1"/>
          <p:nvPr/>
        </p:nvSpPr>
        <p:spPr>
          <a:xfrm>
            <a:off x="8547425" y="4503638"/>
            <a:ext cx="190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setPerson(index, editedPerson)</a:t>
            </a:r>
          </a:p>
        </p:txBody>
      </p:sp>
      <p:sp>
        <p:nvSpPr>
          <p:cNvPr id="88" name="Multiplication Sign 87">
            <a:extLst>
              <a:ext uri="{FF2B5EF4-FFF2-40B4-BE49-F238E27FC236}">
                <a16:creationId xmlns:a16="http://schemas.microsoft.com/office/drawing/2014/main" id="{611D228D-C821-C8B9-BD49-5D983697758F}"/>
              </a:ext>
            </a:extLst>
          </p:cNvPr>
          <p:cNvSpPr/>
          <p:nvPr/>
        </p:nvSpPr>
        <p:spPr>
          <a:xfrm>
            <a:off x="7888523" y="5938648"/>
            <a:ext cx="500281" cy="541975"/>
          </a:xfrm>
          <a:prstGeom prst="mathMultiply">
            <a:avLst>
              <a:gd name="adj1" fmla="val 1082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820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942CF1-FD88-B3F7-EBDE-595A3C7C3357}"/>
              </a:ext>
            </a:extLst>
          </p:cNvPr>
          <p:cNvSpPr/>
          <p:nvPr/>
        </p:nvSpPr>
        <p:spPr>
          <a:xfrm>
            <a:off x="1472766" y="1553029"/>
            <a:ext cx="3883232" cy="4016498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5B6C75-E902-177D-B570-A15D8A38C502}"/>
              </a:ext>
            </a:extLst>
          </p:cNvPr>
          <p:cNvCxnSpPr>
            <a:cxnSpLocks/>
          </p:cNvCxnSpPr>
          <p:nvPr/>
        </p:nvCxnSpPr>
        <p:spPr>
          <a:xfrm>
            <a:off x="22900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4ACC8E-EBBB-439A-8C4B-BA77197E193E}"/>
              </a:ext>
            </a:extLst>
          </p:cNvPr>
          <p:cNvSpPr txBox="1"/>
          <p:nvPr/>
        </p:nvSpPr>
        <p:spPr>
          <a:xfrm>
            <a:off x="3039245" y="1581521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996108-BC92-29EF-409D-09A8E20C7BFB}"/>
              </a:ext>
            </a:extLst>
          </p:cNvPr>
          <p:cNvSpPr/>
          <p:nvPr/>
        </p:nvSpPr>
        <p:spPr>
          <a:xfrm>
            <a:off x="1817716" y="2158304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BB25D2-98A4-894D-D851-E1AA4EEA4EA1}"/>
              </a:ext>
            </a:extLst>
          </p:cNvPr>
          <p:cNvSpPr/>
          <p:nvPr/>
        </p:nvSpPr>
        <p:spPr>
          <a:xfrm>
            <a:off x="3429978" y="2137062"/>
            <a:ext cx="1721922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:AddressBook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E16DBB-3168-6143-66E0-247624BD655F}"/>
              </a:ext>
            </a:extLst>
          </p:cNvPr>
          <p:cNvCxnSpPr>
            <a:cxnSpLocks/>
          </p:cNvCxnSpPr>
          <p:nvPr/>
        </p:nvCxnSpPr>
        <p:spPr>
          <a:xfrm>
            <a:off x="0" y="3254874"/>
            <a:ext cx="21890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DAC99D-9E36-6168-DB12-7E22155ECD11}"/>
              </a:ext>
            </a:extLst>
          </p:cNvPr>
          <p:cNvSpPr/>
          <p:nvPr/>
        </p:nvSpPr>
        <p:spPr>
          <a:xfrm>
            <a:off x="2189063" y="3242792"/>
            <a:ext cx="186228" cy="1970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7072EB-1718-D391-5F50-B01D21AA00D0}"/>
              </a:ext>
            </a:extLst>
          </p:cNvPr>
          <p:cNvCxnSpPr>
            <a:cxnSpLocks/>
          </p:cNvCxnSpPr>
          <p:nvPr/>
        </p:nvCxnSpPr>
        <p:spPr>
          <a:xfrm flipH="1">
            <a:off x="0" y="5213267"/>
            <a:ext cx="218213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A52A64-4CB1-B3DB-5244-61314F88E19F}"/>
              </a:ext>
            </a:extLst>
          </p:cNvPr>
          <p:cNvSpPr txBox="1"/>
          <p:nvPr/>
        </p:nvSpPr>
        <p:spPr>
          <a:xfrm>
            <a:off x="0" y="2683240"/>
            <a:ext cx="190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setPerson(index, editedPerson)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7CFC42-DEF3-61F4-ADD9-FD64C4735D9E}"/>
              </a:ext>
            </a:extLst>
          </p:cNvPr>
          <p:cNvCxnSpPr>
            <a:cxnSpLocks/>
          </p:cNvCxnSpPr>
          <p:nvPr/>
        </p:nvCxnSpPr>
        <p:spPr>
          <a:xfrm>
            <a:off x="42712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7C3A0A-FC0E-D6D0-DC65-16CB876C56A4}"/>
              </a:ext>
            </a:extLst>
          </p:cNvPr>
          <p:cNvSpPr/>
          <p:nvPr/>
        </p:nvSpPr>
        <p:spPr>
          <a:xfrm>
            <a:off x="4197825" y="3657601"/>
            <a:ext cx="186228" cy="12350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A23382-5011-885F-96B1-A37A48D50B27}"/>
              </a:ext>
            </a:extLst>
          </p:cNvPr>
          <p:cNvCxnSpPr>
            <a:cxnSpLocks/>
          </p:cNvCxnSpPr>
          <p:nvPr/>
        </p:nvCxnSpPr>
        <p:spPr>
          <a:xfrm>
            <a:off x="2375291" y="3657601"/>
            <a:ext cx="182253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C54AC0-999B-7CC7-5AA4-5F0B24E9B183}"/>
              </a:ext>
            </a:extLst>
          </p:cNvPr>
          <p:cNvCxnSpPr>
            <a:cxnSpLocks/>
          </p:cNvCxnSpPr>
          <p:nvPr/>
        </p:nvCxnSpPr>
        <p:spPr>
          <a:xfrm flipH="1">
            <a:off x="2377239" y="4892634"/>
            <a:ext cx="18205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229F0C-1520-3AEB-AE7E-0C0CDC277F3C}"/>
              </a:ext>
            </a:extLst>
          </p:cNvPr>
          <p:cNvSpPr txBox="1"/>
          <p:nvPr/>
        </p:nvSpPr>
        <p:spPr>
          <a:xfrm>
            <a:off x="2674334" y="3134380"/>
            <a:ext cx="152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setPerson(target, editedPerson)</a:t>
            </a:r>
          </a:p>
        </p:txBody>
      </p:sp>
    </p:spTree>
    <p:extLst>
      <p:ext uri="{BB962C8B-B14F-4D97-AF65-F5344CB8AC3E}">
        <p14:creationId xmlns:p14="http://schemas.microsoft.com/office/powerpoint/2010/main" val="2524151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 Yonggang</dc:creator>
  <cp:lastModifiedBy>Wu Yonggang</cp:lastModifiedBy>
  <cp:revision>1</cp:revision>
  <dcterms:created xsi:type="dcterms:W3CDTF">2026-10-21T02:14:53Z</dcterms:created>
  <dcterms:modified xsi:type="dcterms:W3CDTF">2026-10-21T02:14:53Z</dcterms:modified>
</cp:coreProperties>
</file>