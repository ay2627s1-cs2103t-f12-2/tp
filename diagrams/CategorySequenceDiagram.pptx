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6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82469-E44A-6EEB-F027-3E97C18CD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F6B11-2A55-515E-E967-E09AD8382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24C6F-9F02-F58C-4E57-41EE058CD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3CF59-8A5E-40FB-6F36-DB067E1F4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BB8EA-EAF5-875B-E071-152AB342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3505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2573C-73F6-751F-0FA4-A8A1B61A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0C126-AF2C-5462-65D8-6ABF3F816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B0CD3-ADD3-07BF-3179-BF769144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B9D43-D617-2911-B02C-BDD6EB981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BECF3-39D7-8C28-41AF-9CEE65D9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0124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25011-70BC-3C46-2F81-75606A7D2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40FBA-8DB8-14B2-8CB0-59AD73441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8F355-E443-28F6-A973-954B9CEB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2915A-0CA3-16C6-50FA-6576B3216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5F20F-1A77-56C2-8F1E-18806E6F2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071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28A3B-8A38-1867-3BCA-FB30A9149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B4DB2-94E9-67DF-27F8-80619FB4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03733-4D3F-5537-353C-3CA6AD447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247CB-B39E-3DCD-5148-F4936789F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75329-C37C-3E93-8644-449917DDE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38D19-4BAB-1813-79E4-61E003A3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9337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AF977-99CA-2C11-97EB-6D7852E0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19310-3223-D984-D873-6BBEEB0CC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E75E3-567C-9903-D9C5-2474D5247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9D22D4-8E77-47A4-B8EF-2C47B62C2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8F600D-2E67-76EC-D931-2559758FA4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DA7E83-49C5-42C4-43ED-33FF85EF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970D7B-7728-8481-C13D-E9B4A8F2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9D2AB6-4113-8BE2-7D95-020AB434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5022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F7165-013D-EAFF-B0C0-E52D39522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709F99-286C-220D-638B-300A3BBEB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3B3DB-E62E-ADEA-FB6F-A2044435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78F6CF-21DA-AB63-6B17-6C91822B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9850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CD0F2-361F-DBE5-BE1F-E092852FB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D421B4-55F1-66AF-98A9-A08AEEB68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D0EEE-7995-E997-7177-0C52046F1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6457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1D3B-5F84-8F5E-7EBE-3980408A7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BC2E2-D2CD-F8B9-EF94-2A718ED63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F148E-DCB5-A86D-505C-E5EE92006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1A811-A2AD-4305-BD78-5A5A3C64A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6D43A-7276-36D9-1968-B0967CA9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8D003-85BD-A82C-A490-C170ED23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25589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E6936-6F4D-ADF1-4462-079544CB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4C44B6-03A7-47FA-70B8-C1D52FBE4E5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AD596-631A-21D1-B18C-422A47F55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660B1-4244-E655-171B-9BF794868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3A179-62B7-3FC8-780A-05E4B34F8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F0CBF-BAA6-1268-FC29-FC8B8873B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8136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CC3A-BDF2-7702-4870-8CECD9D9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17E40-5F49-01A3-FA9D-2D36EC49D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B40B4-E6D2-3E99-0976-9CED286D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97C86-DB3B-CF3C-6A36-97B22A36C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6EDFF-C783-EB8D-5168-C34FC05F2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4921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EECF53-D468-16AC-99E8-24C9320245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944D8-B9DC-09AF-47B0-8ECD10E56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C5ADA-DABF-FF03-7208-7BF563661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B7985-3FBC-7B0B-CF04-0796372F5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7A5CF-CDDC-613C-6FD3-A05257E6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069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C90E4-0BD3-89E8-3C29-0369B32B7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10B54-613F-3240-9EA6-3DBDEF3B3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85A79-A120-53A1-B9C1-B9DB9A3C5E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74F1B-6958-A6B8-90D4-0070B29E7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30FEA-243B-DD02-D1C9-B717FED23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020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39DA05-7E49-1562-8003-4AFC4A1BD2FE}"/>
              </a:ext>
            </a:extLst>
          </p:cNvPr>
          <p:cNvSpPr/>
          <p:nvPr/>
        </p:nvSpPr>
        <p:spPr>
          <a:xfrm>
            <a:off x="1438787" y="843147"/>
            <a:ext cx="7847717" cy="55830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F1848AE-0C9D-400A-B102-BEC1F9CDB89D}"/>
              </a:ext>
            </a:extLst>
          </p:cNvPr>
          <p:cNvCxnSpPr>
            <a:cxnSpLocks/>
          </p:cNvCxnSpPr>
          <p:nvPr/>
        </p:nvCxnSpPr>
        <p:spPr>
          <a:xfrm>
            <a:off x="8142524" y="2897580"/>
            <a:ext cx="0" cy="335081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A8B3A18-CB8B-146C-403E-1CC879CB53DE}"/>
              </a:ext>
            </a:extLst>
          </p:cNvPr>
          <p:cNvSpPr/>
          <p:nvPr/>
        </p:nvSpPr>
        <p:spPr>
          <a:xfrm>
            <a:off x="9391403" y="843147"/>
            <a:ext cx="1735775" cy="5583049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A94C69-76CA-E135-1C0F-FA200E42C9D5}"/>
              </a:ext>
            </a:extLst>
          </p:cNvPr>
          <p:cNvSpPr txBox="1"/>
          <p:nvPr/>
        </p:nvSpPr>
        <p:spPr>
          <a:xfrm>
            <a:off x="9856775" y="871639"/>
            <a:ext cx="8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B0531A-FDA3-E542-5BA6-42544E267380}"/>
              </a:ext>
            </a:extLst>
          </p:cNvPr>
          <p:cNvSpPr/>
          <p:nvPr/>
        </p:nvSpPr>
        <p:spPr>
          <a:xfrm>
            <a:off x="9822777" y="1329711"/>
            <a:ext cx="930435" cy="457200"/>
          </a:xfrm>
          <a:prstGeom prst="roundRect">
            <a:avLst>
              <a:gd name="adj" fmla="val 19265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:Model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08BEC33-31F1-DE91-E06F-59C90AD95792}"/>
              </a:ext>
            </a:extLst>
          </p:cNvPr>
          <p:cNvCxnSpPr>
            <a:cxnSpLocks/>
          </p:cNvCxnSpPr>
          <p:nvPr/>
        </p:nvCxnSpPr>
        <p:spPr>
          <a:xfrm>
            <a:off x="10276120" y="1793174"/>
            <a:ext cx="0" cy="530827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1C8056F-BCBA-C2CE-5AB8-0B4B8ADE80F3}"/>
              </a:ext>
            </a:extLst>
          </p:cNvPr>
          <p:cNvSpPr/>
          <p:nvPr/>
        </p:nvSpPr>
        <p:spPr>
          <a:xfrm>
            <a:off x="8042567" y="2755076"/>
            <a:ext cx="213754" cy="415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FD5F3D-9220-CAF5-E6F0-F35A74273D21}"/>
              </a:ext>
            </a:extLst>
          </p:cNvPr>
          <p:cNvSpPr/>
          <p:nvPr/>
        </p:nvSpPr>
        <p:spPr>
          <a:xfrm>
            <a:off x="7096473" y="2351315"/>
            <a:ext cx="2115442" cy="415636"/>
          </a:xfrm>
          <a:prstGeom prst="roundRect">
            <a:avLst>
              <a:gd name="adj" fmla="val 1926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500" dirty="0"/>
              <a:t>c:CategoryCommand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5C5CCF-DEDB-E4E1-FBA4-9F671B31D55F}"/>
              </a:ext>
            </a:extLst>
          </p:cNvPr>
          <p:cNvSpPr txBox="1"/>
          <p:nvPr/>
        </p:nvSpPr>
        <p:spPr>
          <a:xfrm>
            <a:off x="4967049" y="924154"/>
            <a:ext cx="8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Logic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89DA102-D7C7-0864-72DB-C9F71AF6096E}"/>
              </a:ext>
            </a:extLst>
          </p:cNvPr>
          <p:cNvCxnSpPr>
            <a:cxnSpLocks/>
          </p:cNvCxnSpPr>
          <p:nvPr/>
        </p:nvCxnSpPr>
        <p:spPr>
          <a:xfrm>
            <a:off x="3325091" y="1837863"/>
            <a:ext cx="0" cy="513295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E27492-A5C4-0361-83BD-6F5829451F2F}"/>
              </a:ext>
            </a:extLst>
          </p:cNvPr>
          <p:cNvCxnSpPr>
            <a:cxnSpLocks/>
          </p:cNvCxnSpPr>
          <p:nvPr/>
        </p:nvCxnSpPr>
        <p:spPr>
          <a:xfrm>
            <a:off x="87968" y="2104992"/>
            <a:ext cx="314899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86E4CB2-E03C-023F-F707-D36D0A48D63C}"/>
              </a:ext>
            </a:extLst>
          </p:cNvPr>
          <p:cNvSpPr/>
          <p:nvPr/>
        </p:nvSpPr>
        <p:spPr>
          <a:xfrm>
            <a:off x="2583006" y="1422227"/>
            <a:ext cx="1597108" cy="415636"/>
          </a:xfrm>
          <a:prstGeom prst="roundRect">
            <a:avLst>
              <a:gd name="adj" fmla="val 1926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500" dirty="0"/>
              <a:t>:LogicManager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8986E1-9149-12B7-7EBF-3A15C455439E}"/>
              </a:ext>
            </a:extLst>
          </p:cNvPr>
          <p:cNvSpPr txBox="1"/>
          <p:nvPr/>
        </p:nvSpPr>
        <p:spPr>
          <a:xfrm>
            <a:off x="87968" y="1731103"/>
            <a:ext cx="2515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execute(commandText)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47CFE2-3644-C77B-087F-F1A4095EB22B}"/>
              </a:ext>
            </a:extLst>
          </p:cNvPr>
          <p:cNvSpPr/>
          <p:nvPr/>
        </p:nvSpPr>
        <p:spPr>
          <a:xfrm>
            <a:off x="3236967" y="2100434"/>
            <a:ext cx="193021" cy="39144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35AFE82-DBC3-A2A5-4468-6CC21C93381F}"/>
              </a:ext>
            </a:extLst>
          </p:cNvPr>
          <p:cNvCxnSpPr>
            <a:cxnSpLocks/>
          </p:cNvCxnSpPr>
          <p:nvPr/>
        </p:nvCxnSpPr>
        <p:spPr>
          <a:xfrm flipV="1">
            <a:off x="3413159" y="2291936"/>
            <a:ext cx="2094517" cy="1187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D5C1D8C-9020-E631-D39A-3AB2E81F6F67}"/>
              </a:ext>
            </a:extLst>
          </p:cNvPr>
          <p:cNvSpPr/>
          <p:nvPr/>
        </p:nvSpPr>
        <p:spPr>
          <a:xfrm>
            <a:off x="4573661" y="1422227"/>
            <a:ext cx="2115442" cy="415636"/>
          </a:xfrm>
          <a:prstGeom prst="roundRect">
            <a:avLst>
              <a:gd name="adj" fmla="val 1926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500" dirty="0"/>
              <a:t>:AddressBookParser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65CFCEC-940A-647C-D0B6-EE5F5B394F6C}"/>
              </a:ext>
            </a:extLst>
          </p:cNvPr>
          <p:cNvCxnSpPr>
            <a:cxnSpLocks/>
          </p:cNvCxnSpPr>
          <p:nvPr/>
        </p:nvCxnSpPr>
        <p:spPr>
          <a:xfrm>
            <a:off x="5631382" y="1876301"/>
            <a:ext cx="0" cy="52251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FFEA49B4-95FA-DC83-D79A-CF330E65003C}"/>
              </a:ext>
            </a:extLst>
          </p:cNvPr>
          <p:cNvSpPr/>
          <p:nvPr/>
        </p:nvSpPr>
        <p:spPr>
          <a:xfrm>
            <a:off x="5524505" y="2291936"/>
            <a:ext cx="211772" cy="17812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F5B5019-3D1F-6AEF-8B90-613822248145}"/>
              </a:ext>
            </a:extLst>
          </p:cNvPr>
          <p:cNvCxnSpPr>
            <a:cxnSpLocks/>
          </p:cNvCxnSpPr>
          <p:nvPr/>
        </p:nvCxnSpPr>
        <p:spPr>
          <a:xfrm>
            <a:off x="5736277" y="2544124"/>
            <a:ext cx="136019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DC2ABDF-C1E4-3BE5-7B32-8325F88845C3}"/>
              </a:ext>
            </a:extLst>
          </p:cNvPr>
          <p:cNvCxnSpPr>
            <a:cxnSpLocks/>
          </p:cNvCxnSpPr>
          <p:nvPr/>
        </p:nvCxnSpPr>
        <p:spPr>
          <a:xfrm flipH="1">
            <a:off x="5786255" y="3170712"/>
            <a:ext cx="225631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394239A-9E75-CF00-20A8-E2460AEB3E6E}"/>
              </a:ext>
            </a:extLst>
          </p:cNvPr>
          <p:cNvCxnSpPr>
            <a:cxnSpLocks/>
          </p:cNvCxnSpPr>
          <p:nvPr/>
        </p:nvCxnSpPr>
        <p:spPr>
          <a:xfrm flipH="1" flipV="1">
            <a:off x="3463391" y="4047500"/>
            <a:ext cx="2027711" cy="197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95DE4C1-2072-FFCE-D33F-74673A3392B3}"/>
              </a:ext>
            </a:extLst>
          </p:cNvPr>
          <p:cNvSpPr txBox="1"/>
          <p:nvPr/>
        </p:nvSpPr>
        <p:spPr>
          <a:xfrm>
            <a:off x="4323999" y="364254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c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828905-BB93-B7BB-4631-F5A9EA65877A}"/>
              </a:ext>
            </a:extLst>
          </p:cNvPr>
          <p:cNvSpPr txBox="1"/>
          <p:nvPr/>
        </p:nvSpPr>
        <p:spPr>
          <a:xfrm>
            <a:off x="3540028" y="2291936"/>
            <a:ext cx="1839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parseCommand(commandText)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E6AC63B-D46B-0E2C-798A-F1F0E494A740}"/>
              </a:ext>
            </a:extLst>
          </p:cNvPr>
          <p:cNvCxnSpPr>
            <a:cxnSpLocks/>
          </p:cNvCxnSpPr>
          <p:nvPr/>
        </p:nvCxnSpPr>
        <p:spPr>
          <a:xfrm>
            <a:off x="3430485" y="4667828"/>
            <a:ext cx="461208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B38E7358-5ED9-82AD-4087-CBB45DE230AF}"/>
              </a:ext>
            </a:extLst>
          </p:cNvPr>
          <p:cNvSpPr/>
          <p:nvPr/>
        </p:nvSpPr>
        <p:spPr>
          <a:xfrm>
            <a:off x="8042567" y="4625276"/>
            <a:ext cx="166060" cy="11924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EB016C-7725-BFD4-3652-F80963DC7E7F}"/>
              </a:ext>
            </a:extLst>
          </p:cNvPr>
          <p:cNvCxnSpPr>
            <a:cxnSpLocks/>
          </p:cNvCxnSpPr>
          <p:nvPr/>
        </p:nvCxnSpPr>
        <p:spPr>
          <a:xfrm flipH="1">
            <a:off x="3497832" y="5817755"/>
            <a:ext cx="4544735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58D087B1-CAB7-9EFF-E34A-4626B9F4785E}"/>
              </a:ext>
            </a:extLst>
          </p:cNvPr>
          <p:cNvSpPr txBox="1"/>
          <p:nvPr/>
        </p:nvSpPr>
        <p:spPr>
          <a:xfrm>
            <a:off x="4162239" y="4266047"/>
            <a:ext cx="1236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execute(c)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03D640-3BDA-1079-2217-36B3BFEDFE81}"/>
              </a:ext>
            </a:extLst>
          </p:cNvPr>
          <p:cNvSpPr txBox="1"/>
          <p:nvPr/>
        </p:nvSpPr>
        <p:spPr>
          <a:xfrm>
            <a:off x="4464360" y="5448422"/>
            <a:ext cx="755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result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9EA0F6D-5439-FE4D-4B01-7ED208F1A9F6}"/>
              </a:ext>
            </a:extLst>
          </p:cNvPr>
          <p:cNvCxnSpPr>
            <a:cxnSpLocks/>
          </p:cNvCxnSpPr>
          <p:nvPr/>
        </p:nvCxnSpPr>
        <p:spPr>
          <a:xfrm>
            <a:off x="8256321" y="5071797"/>
            <a:ext cx="1912733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F4B292E3-A867-A97D-A29B-1DF9A059219B}"/>
              </a:ext>
            </a:extLst>
          </p:cNvPr>
          <p:cNvSpPr/>
          <p:nvPr/>
        </p:nvSpPr>
        <p:spPr>
          <a:xfrm>
            <a:off x="10169054" y="5059715"/>
            <a:ext cx="227671" cy="5733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4362F81-3EE8-9C2F-70EB-65497929BD6D}"/>
              </a:ext>
            </a:extLst>
          </p:cNvPr>
          <p:cNvCxnSpPr>
            <a:cxnSpLocks/>
          </p:cNvCxnSpPr>
          <p:nvPr/>
        </p:nvCxnSpPr>
        <p:spPr>
          <a:xfrm flipH="1">
            <a:off x="8263247" y="5633064"/>
            <a:ext cx="190580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02A89327-162A-19E1-E663-43F0CC41BA5E}"/>
              </a:ext>
            </a:extLst>
          </p:cNvPr>
          <p:cNvSpPr txBox="1"/>
          <p:nvPr/>
        </p:nvSpPr>
        <p:spPr>
          <a:xfrm>
            <a:off x="8547425" y="4503638"/>
            <a:ext cx="1905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setPerson(index, editedPerson)</a:t>
            </a:r>
          </a:p>
        </p:txBody>
      </p:sp>
      <p:sp>
        <p:nvSpPr>
          <p:cNvPr id="88" name="Multiplication Sign 87">
            <a:extLst>
              <a:ext uri="{FF2B5EF4-FFF2-40B4-BE49-F238E27FC236}">
                <a16:creationId xmlns:a16="http://schemas.microsoft.com/office/drawing/2014/main" id="{611D228D-C821-C8B9-BD49-5D983697758F}"/>
              </a:ext>
            </a:extLst>
          </p:cNvPr>
          <p:cNvSpPr/>
          <p:nvPr/>
        </p:nvSpPr>
        <p:spPr>
          <a:xfrm>
            <a:off x="7888523" y="5938648"/>
            <a:ext cx="500281" cy="541975"/>
          </a:xfrm>
          <a:prstGeom prst="mathMultiply">
            <a:avLst>
              <a:gd name="adj1" fmla="val 1082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8203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942CF1-FD88-B3F7-EBDE-595A3C7C3357}"/>
              </a:ext>
            </a:extLst>
          </p:cNvPr>
          <p:cNvSpPr/>
          <p:nvPr/>
        </p:nvSpPr>
        <p:spPr>
          <a:xfrm>
            <a:off x="1472766" y="1553029"/>
            <a:ext cx="3883232" cy="4016498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A5B6C75-E902-177D-B570-A15D8A38C502}"/>
              </a:ext>
            </a:extLst>
          </p:cNvPr>
          <p:cNvCxnSpPr>
            <a:cxnSpLocks/>
          </p:cNvCxnSpPr>
          <p:nvPr/>
        </p:nvCxnSpPr>
        <p:spPr>
          <a:xfrm>
            <a:off x="2290070" y="2454358"/>
            <a:ext cx="0" cy="39226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B4ACC8E-EBBB-439A-8C4B-BA77197E193E}"/>
              </a:ext>
            </a:extLst>
          </p:cNvPr>
          <p:cNvSpPr txBox="1"/>
          <p:nvPr/>
        </p:nvSpPr>
        <p:spPr>
          <a:xfrm>
            <a:off x="3039245" y="1581521"/>
            <a:ext cx="8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C996108-BC92-29EF-409D-09A8E20C7BFB}"/>
              </a:ext>
            </a:extLst>
          </p:cNvPr>
          <p:cNvSpPr/>
          <p:nvPr/>
        </p:nvSpPr>
        <p:spPr>
          <a:xfrm>
            <a:off x="1817716" y="2158304"/>
            <a:ext cx="930435" cy="457200"/>
          </a:xfrm>
          <a:prstGeom prst="roundRect">
            <a:avLst>
              <a:gd name="adj" fmla="val 19265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:Model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BB25D2-98A4-894D-D851-E1AA4EEA4EA1}"/>
              </a:ext>
            </a:extLst>
          </p:cNvPr>
          <p:cNvSpPr/>
          <p:nvPr/>
        </p:nvSpPr>
        <p:spPr>
          <a:xfrm>
            <a:off x="3429978" y="2137062"/>
            <a:ext cx="1721922" cy="457200"/>
          </a:xfrm>
          <a:prstGeom prst="roundRect">
            <a:avLst>
              <a:gd name="adj" fmla="val 19265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:AddressBook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E16DBB-3168-6143-66E0-247624BD655F}"/>
              </a:ext>
            </a:extLst>
          </p:cNvPr>
          <p:cNvCxnSpPr>
            <a:cxnSpLocks/>
          </p:cNvCxnSpPr>
          <p:nvPr/>
        </p:nvCxnSpPr>
        <p:spPr>
          <a:xfrm>
            <a:off x="0" y="3254874"/>
            <a:ext cx="218906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3DAC99D-9E36-6168-DB12-7E22155ECD11}"/>
              </a:ext>
            </a:extLst>
          </p:cNvPr>
          <p:cNvSpPr/>
          <p:nvPr/>
        </p:nvSpPr>
        <p:spPr>
          <a:xfrm>
            <a:off x="2189063" y="3242792"/>
            <a:ext cx="186228" cy="19704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7072EB-1718-D391-5F50-B01D21AA00D0}"/>
              </a:ext>
            </a:extLst>
          </p:cNvPr>
          <p:cNvCxnSpPr>
            <a:cxnSpLocks/>
          </p:cNvCxnSpPr>
          <p:nvPr/>
        </p:nvCxnSpPr>
        <p:spPr>
          <a:xfrm flipH="1">
            <a:off x="0" y="5213267"/>
            <a:ext cx="218213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A52A64-4CB1-B3DB-5244-61314F88E19F}"/>
              </a:ext>
            </a:extLst>
          </p:cNvPr>
          <p:cNvSpPr txBox="1"/>
          <p:nvPr/>
        </p:nvSpPr>
        <p:spPr>
          <a:xfrm>
            <a:off x="0" y="2683240"/>
            <a:ext cx="1905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setPerson(index, editedPerson)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7CFC42-DEF3-61F4-ADD9-FD64C4735D9E}"/>
              </a:ext>
            </a:extLst>
          </p:cNvPr>
          <p:cNvCxnSpPr>
            <a:cxnSpLocks/>
          </p:cNvCxnSpPr>
          <p:nvPr/>
        </p:nvCxnSpPr>
        <p:spPr>
          <a:xfrm>
            <a:off x="4271270" y="2454358"/>
            <a:ext cx="0" cy="39226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17C3A0A-FC0E-D6D0-DC65-16CB876C56A4}"/>
              </a:ext>
            </a:extLst>
          </p:cNvPr>
          <p:cNvSpPr/>
          <p:nvPr/>
        </p:nvSpPr>
        <p:spPr>
          <a:xfrm>
            <a:off x="4197825" y="3657601"/>
            <a:ext cx="186228" cy="12350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A23382-5011-885F-96B1-A37A48D50B27}"/>
              </a:ext>
            </a:extLst>
          </p:cNvPr>
          <p:cNvCxnSpPr>
            <a:cxnSpLocks/>
          </p:cNvCxnSpPr>
          <p:nvPr/>
        </p:nvCxnSpPr>
        <p:spPr>
          <a:xfrm>
            <a:off x="2375291" y="3657601"/>
            <a:ext cx="182253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C54AC0-999B-7CC7-5AA4-5F0B24E9B183}"/>
              </a:ext>
            </a:extLst>
          </p:cNvPr>
          <p:cNvCxnSpPr>
            <a:cxnSpLocks/>
          </p:cNvCxnSpPr>
          <p:nvPr/>
        </p:nvCxnSpPr>
        <p:spPr>
          <a:xfrm flipH="1">
            <a:off x="2377239" y="4892634"/>
            <a:ext cx="182058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A229F0C-1520-3AEB-AE7E-0C0CDC277F3C}"/>
              </a:ext>
            </a:extLst>
          </p:cNvPr>
          <p:cNvSpPr txBox="1"/>
          <p:nvPr/>
        </p:nvSpPr>
        <p:spPr>
          <a:xfrm>
            <a:off x="2674334" y="3134380"/>
            <a:ext cx="1521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setPerson(target, editedPerson)</a:t>
            </a:r>
          </a:p>
        </p:txBody>
      </p:sp>
    </p:spTree>
    <p:extLst>
      <p:ext uri="{BB962C8B-B14F-4D97-AF65-F5344CB8AC3E}">
        <p14:creationId xmlns:p14="http://schemas.microsoft.com/office/powerpoint/2010/main" val="2524151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1833A9-CD08-AA67-4E78-601CA60FF70F}"/>
              </a:ext>
            </a:extLst>
          </p:cNvPr>
          <p:cNvSpPr/>
          <p:nvPr/>
        </p:nvSpPr>
        <p:spPr>
          <a:xfrm>
            <a:off x="1362141" y="96486"/>
            <a:ext cx="7847717" cy="659081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6FE783-4BC5-D3DA-E9EF-81A4A8D3BF82}"/>
              </a:ext>
            </a:extLst>
          </p:cNvPr>
          <p:cNvCxnSpPr>
            <a:cxnSpLocks/>
          </p:cNvCxnSpPr>
          <p:nvPr/>
        </p:nvCxnSpPr>
        <p:spPr>
          <a:xfrm>
            <a:off x="7082762" y="2227613"/>
            <a:ext cx="40640" cy="42869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238C020-CAEE-4725-57EE-1705DA218EEB}"/>
              </a:ext>
            </a:extLst>
          </p:cNvPr>
          <p:cNvSpPr/>
          <p:nvPr/>
        </p:nvSpPr>
        <p:spPr>
          <a:xfrm>
            <a:off x="9303435" y="130627"/>
            <a:ext cx="1735775" cy="6568254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828BC1-ED16-E658-9C01-FA43D32876B6}"/>
              </a:ext>
            </a:extLst>
          </p:cNvPr>
          <p:cNvSpPr txBox="1"/>
          <p:nvPr/>
        </p:nvSpPr>
        <p:spPr>
          <a:xfrm>
            <a:off x="9768807" y="159119"/>
            <a:ext cx="8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E50A9E-913F-9FF8-31A3-D8C461041B1F}"/>
              </a:ext>
            </a:extLst>
          </p:cNvPr>
          <p:cNvSpPr/>
          <p:nvPr/>
        </p:nvSpPr>
        <p:spPr>
          <a:xfrm>
            <a:off x="9734809" y="617191"/>
            <a:ext cx="930435" cy="457200"/>
          </a:xfrm>
          <a:prstGeom prst="roundRect">
            <a:avLst>
              <a:gd name="adj" fmla="val 19265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:Model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76B538-C69A-A674-C1EF-60B10317A81E}"/>
              </a:ext>
            </a:extLst>
          </p:cNvPr>
          <p:cNvCxnSpPr>
            <a:cxnSpLocks/>
          </p:cNvCxnSpPr>
          <p:nvPr/>
        </p:nvCxnSpPr>
        <p:spPr>
          <a:xfrm>
            <a:off x="10188152" y="1080654"/>
            <a:ext cx="0" cy="577734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169DE9E-2A3D-C43A-5A9F-85757190616B}"/>
              </a:ext>
            </a:extLst>
          </p:cNvPr>
          <p:cNvSpPr/>
          <p:nvPr/>
        </p:nvSpPr>
        <p:spPr>
          <a:xfrm>
            <a:off x="6982805" y="2085109"/>
            <a:ext cx="213754" cy="415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1345E06-142A-40B5-66C7-54F8B12A794C}"/>
              </a:ext>
            </a:extLst>
          </p:cNvPr>
          <p:cNvSpPr/>
          <p:nvPr/>
        </p:nvSpPr>
        <p:spPr>
          <a:xfrm>
            <a:off x="6027335" y="1681348"/>
            <a:ext cx="2127196" cy="415636"/>
          </a:xfrm>
          <a:prstGeom prst="roundRect">
            <a:avLst>
              <a:gd name="adj" fmla="val 1926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500" dirty="0"/>
              <a:t>cl:</a:t>
            </a:r>
            <a:r>
              <a:rPr lang="en-SG" sz="1400" dirty="0"/>
              <a:t>CategoriesCommand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E194A5-0C51-24E6-9374-CBE15448F58B}"/>
              </a:ext>
            </a:extLst>
          </p:cNvPr>
          <p:cNvSpPr txBox="1"/>
          <p:nvPr/>
        </p:nvSpPr>
        <p:spPr>
          <a:xfrm>
            <a:off x="4879081" y="211634"/>
            <a:ext cx="8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Logic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704B5EE-0F6D-CE1B-D32E-0F4D36D26A48}"/>
              </a:ext>
            </a:extLst>
          </p:cNvPr>
          <p:cNvCxnSpPr>
            <a:cxnSpLocks/>
          </p:cNvCxnSpPr>
          <p:nvPr/>
        </p:nvCxnSpPr>
        <p:spPr>
          <a:xfrm>
            <a:off x="3237123" y="1125343"/>
            <a:ext cx="0" cy="573265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472C34D-A358-3345-84B4-8A88341AAA77}"/>
              </a:ext>
            </a:extLst>
          </p:cNvPr>
          <p:cNvCxnSpPr>
            <a:cxnSpLocks/>
          </p:cNvCxnSpPr>
          <p:nvPr/>
        </p:nvCxnSpPr>
        <p:spPr>
          <a:xfrm>
            <a:off x="0" y="1392472"/>
            <a:ext cx="314899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55ABB8D-829A-80A4-C83F-EDB5CEF5F994}"/>
              </a:ext>
            </a:extLst>
          </p:cNvPr>
          <p:cNvSpPr/>
          <p:nvPr/>
        </p:nvSpPr>
        <p:spPr>
          <a:xfrm>
            <a:off x="2495038" y="709707"/>
            <a:ext cx="1597108" cy="415636"/>
          </a:xfrm>
          <a:prstGeom prst="roundRect">
            <a:avLst>
              <a:gd name="adj" fmla="val 1926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500" dirty="0"/>
              <a:t>:LogicManager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BC8A44-9850-3977-E841-E9A253FCA58A}"/>
              </a:ext>
            </a:extLst>
          </p:cNvPr>
          <p:cNvSpPr txBox="1"/>
          <p:nvPr/>
        </p:nvSpPr>
        <p:spPr>
          <a:xfrm>
            <a:off x="0" y="1018583"/>
            <a:ext cx="2515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execute(commandText)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8839A2-5E7F-9656-FF3E-6025393ABCF7}"/>
              </a:ext>
            </a:extLst>
          </p:cNvPr>
          <p:cNvSpPr/>
          <p:nvPr/>
        </p:nvSpPr>
        <p:spPr>
          <a:xfrm>
            <a:off x="3148999" y="1387914"/>
            <a:ext cx="168663" cy="50396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4975128-D726-06B9-EF2B-1B2366FD7FF7}"/>
              </a:ext>
            </a:extLst>
          </p:cNvPr>
          <p:cNvCxnSpPr>
            <a:cxnSpLocks/>
          </p:cNvCxnSpPr>
          <p:nvPr/>
        </p:nvCxnSpPr>
        <p:spPr>
          <a:xfrm flipV="1">
            <a:off x="3325191" y="1579416"/>
            <a:ext cx="2094517" cy="1187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4F09B05-E235-AB57-C7BC-4304CD4F5718}"/>
              </a:ext>
            </a:extLst>
          </p:cNvPr>
          <p:cNvSpPr/>
          <p:nvPr/>
        </p:nvSpPr>
        <p:spPr>
          <a:xfrm>
            <a:off x="4485693" y="709707"/>
            <a:ext cx="2115442" cy="415636"/>
          </a:xfrm>
          <a:prstGeom prst="roundRect">
            <a:avLst>
              <a:gd name="adj" fmla="val 1926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500" dirty="0"/>
              <a:t>:AddressBookParser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14BE080-C4E2-F12C-0676-0B8C3ADDDB84}"/>
              </a:ext>
            </a:extLst>
          </p:cNvPr>
          <p:cNvCxnSpPr>
            <a:cxnSpLocks/>
          </p:cNvCxnSpPr>
          <p:nvPr/>
        </p:nvCxnSpPr>
        <p:spPr>
          <a:xfrm>
            <a:off x="5543414" y="1163781"/>
            <a:ext cx="0" cy="569421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FFB2F8B-BB81-C2E3-E844-125AC2E1F4B2}"/>
              </a:ext>
            </a:extLst>
          </p:cNvPr>
          <p:cNvSpPr/>
          <p:nvPr/>
        </p:nvSpPr>
        <p:spPr>
          <a:xfrm>
            <a:off x="5436537" y="1579416"/>
            <a:ext cx="211772" cy="17812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765EB48-E35B-381B-9141-89FD1C7450B6}"/>
              </a:ext>
            </a:extLst>
          </p:cNvPr>
          <p:cNvCxnSpPr>
            <a:cxnSpLocks/>
          </p:cNvCxnSpPr>
          <p:nvPr/>
        </p:nvCxnSpPr>
        <p:spPr>
          <a:xfrm>
            <a:off x="5648309" y="1831604"/>
            <a:ext cx="37902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414516-95C2-3EE2-0F2E-256A8FF5226C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681712" y="2500745"/>
            <a:ext cx="1407970" cy="78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81F9447-CE4D-AC2A-4370-9C79DCB167AB}"/>
              </a:ext>
            </a:extLst>
          </p:cNvPr>
          <p:cNvCxnSpPr>
            <a:cxnSpLocks/>
          </p:cNvCxnSpPr>
          <p:nvPr/>
        </p:nvCxnSpPr>
        <p:spPr>
          <a:xfrm flipH="1" flipV="1">
            <a:off x="3375423" y="3334980"/>
            <a:ext cx="2027711" cy="197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C9C2C8E-0066-BD7C-7ADF-2016ACBD16EE}"/>
              </a:ext>
            </a:extLst>
          </p:cNvPr>
          <p:cNvSpPr txBox="1"/>
          <p:nvPr/>
        </p:nvSpPr>
        <p:spPr>
          <a:xfrm>
            <a:off x="4236031" y="293002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C532E5-0365-1A34-10BA-F87E6DB96B05}"/>
              </a:ext>
            </a:extLst>
          </p:cNvPr>
          <p:cNvSpPr txBox="1"/>
          <p:nvPr/>
        </p:nvSpPr>
        <p:spPr>
          <a:xfrm>
            <a:off x="3452060" y="1579416"/>
            <a:ext cx="1839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parseCommand(commandText)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04111C9-870E-1559-1F95-C90244929077}"/>
              </a:ext>
            </a:extLst>
          </p:cNvPr>
          <p:cNvCxnSpPr>
            <a:cxnSpLocks/>
          </p:cNvCxnSpPr>
          <p:nvPr/>
        </p:nvCxnSpPr>
        <p:spPr>
          <a:xfrm>
            <a:off x="3335598" y="3471553"/>
            <a:ext cx="360656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9183A44-C72F-0E00-51CF-9F5E7A6275D9}"/>
              </a:ext>
            </a:extLst>
          </p:cNvPr>
          <p:cNvSpPr/>
          <p:nvPr/>
        </p:nvSpPr>
        <p:spPr>
          <a:xfrm>
            <a:off x="6975885" y="3471553"/>
            <a:ext cx="213753" cy="27504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574F6A7-94B3-C6F4-1744-83DC4F2B4C02}"/>
              </a:ext>
            </a:extLst>
          </p:cNvPr>
          <p:cNvCxnSpPr>
            <a:cxnSpLocks/>
          </p:cNvCxnSpPr>
          <p:nvPr/>
        </p:nvCxnSpPr>
        <p:spPr>
          <a:xfrm flipH="1">
            <a:off x="3343133" y="6200838"/>
            <a:ext cx="3640287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D58184B-E40A-B057-255A-EC2BCEA12C63}"/>
              </a:ext>
            </a:extLst>
          </p:cNvPr>
          <p:cNvSpPr txBox="1"/>
          <p:nvPr/>
        </p:nvSpPr>
        <p:spPr>
          <a:xfrm>
            <a:off x="4074271" y="3553527"/>
            <a:ext cx="1236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execute(c)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B2C381-29AF-0C57-832D-1A57017AC516}"/>
              </a:ext>
            </a:extLst>
          </p:cNvPr>
          <p:cNvSpPr txBox="1"/>
          <p:nvPr/>
        </p:nvSpPr>
        <p:spPr>
          <a:xfrm>
            <a:off x="4661935" y="5823628"/>
            <a:ext cx="755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result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DA26CC6-157F-81F7-677A-B7A924AC375E}"/>
              </a:ext>
            </a:extLst>
          </p:cNvPr>
          <p:cNvCxnSpPr>
            <a:cxnSpLocks/>
          </p:cNvCxnSpPr>
          <p:nvPr/>
        </p:nvCxnSpPr>
        <p:spPr>
          <a:xfrm>
            <a:off x="7189638" y="3863441"/>
            <a:ext cx="2884529" cy="1208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09E45F3-358F-0804-CB7E-E903D4ACF160}"/>
              </a:ext>
            </a:extLst>
          </p:cNvPr>
          <p:cNvSpPr/>
          <p:nvPr/>
        </p:nvSpPr>
        <p:spPr>
          <a:xfrm>
            <a:off x="10074168" y="3863441"/>
            <a:ext cx="214820" cy="3077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DFC5531-081A-0F9B-8F74-CE67E743E920}"/>
              </a:ext>
            </a:extLst>
          </p:cNvPr>
          <p:cNvCxnSpPr>
            <a:cxnSpLocks/>
          </p:cNvCxnSpPr>
          <p:nvPr/>
        </p:nvCxnSpPr>
        <p:spPr>
          <a:xfrm flipH="1">
            <a:off x="7223359" y="4163657"/>
            <a:ext cx="285080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DA33A6E-92AE-044F-DAFD-6BB7939DE817}"/>
              </a:ext>
            </a:extLst>
          </p:cNvPr>
          <p:cNvSpPr txBox="1"/>
          <p:nvPr/>
        </p:nvSpPr>
        <p:spPr>
          <a:xfrm>
            <a:off x="7472528" y="3350255"/>
            <a:ext cx="1725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getUnfilteredPersonList()</a:t>
            </a:r>
          </a:p>
        </p:txBody>
      </p:sp>
      <p:sp>
        <p:nvSpPr>
          <p:cNvPr id="38" name="Multiplication Sign 37">
            <a:extLst>
              <a:ext uri="{FF2B5EF4-FFF2-40B4-BE49-F238E27FC236}">
                <a16:creationId xmlns:a16="http://schemas.microsoft.com/office/drawing/2014/main" id="{03A88172-9A26-2840-C636-507E57FB47FD}"/>
              </a:ext>
            </a:extLst>
          </p:cNvPr>
          <p:cNvSpPr/>
          <p:nvPr/>
        </p:nvSpPr>
        <p:spPr>
          <a:xfrm>
            <a:off x="6866342" y="6252508"/>
            <a:ext cx="500281" cy="541975"/>
          </a:xfrm>
          <a:prstGeom prst="mathMultiply">
            <a:avLst>
              <a:gd name="adj1" fmla="val 1082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219630-618D-39EB-ED44-A2200ACE44BA}"/>
              </a:ext>
            </a:extLst>
          </p:cNvPr>
          <p:cNvSpPr txBox="1"/>
          <p:nvPr/>
        </p:nvSpPr>
        <p:spPr>
          <a:xfrm>
            <a:off x="8267703" y="4163657"/>
            <a:ext cx="2294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persons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7FAC9E0-3B8D-3577-52E3-13D46B6FF6C3}"/>
              </a:ext>
            </a:extLst>
          </p:cNvPr>
          <p:cNvSpPr/>
          <p:nvPr/>
        </p:nvSpPr>
        <p:spPr>
          <a:xfrm>
            <a:off x="7116483" y="4852077"/>
            <a:ext cx="214820" cy="4271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7F3E4E2E-2579-8A0F-1F80-075C3D947816}"/>
              </a:ext>
            </a:extLst>
          </p:cNvPr>
          <p:cNvCxnSpPr>
            <a:cxnSpLocks/>
            <a:endCxn id="47" idx="3"/>
          </p:cNvCxnSpPr>
          <p:nvPr/>
        </p:nvCxnSpPr>
        <p:spPr>
          <a:xfrm rot="16200000" flipH="1">
            <a:off x="7029033" y="4763367"/>
            <a:ext cx="462876" cy="141664"/>
          </a:xfrm>
          <a:prstGeom prst="bentConnector4">
            <a:avLst>
              <a:gd name="adj1" fmla="val 26931"/>
              <a:gd name="adj2" fmla="val 261368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B16631E-0E20-1984-0A34-A9DFA8824E05}"/>
              </a:ext>
            </a:extLst>
          </p:cNvPr>
          <p:cNvSpPr txBox="1"/>
          <p:nvPr/>
        </p:nvSpPr>
        <p:spPr>
          <a:xfrm>
            <a:off x="7562792" y="4542417"/>
            <a:ext cx="1617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countPersonsPerCategory(persons)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CDB4737-64CF-00EF-C2C0-89B372755D25}"/>
              </a:ext>
            </a:extLst>
          </p:cNvPr>
          <p:cNvCxnSpPr/>
          <p:nvPr/>
        </p:nvCxnSpPr>
        <p:spPr>
          <a:xfrm>
            <a:off x="7331303" y="5186053"/>
            <a:ext cx="23595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4783C68-1874-6C9D-19E7-70A22E43C285}"/>
              </a:ext>
            </a:extLst>
          </p:cNvPr>
          <p:cNvCxnSpPr>
            <a:cxnSpLocks/>
          </p:cNvCxnSpPr>
          <p:nvPr/>
        </p:nvCxnSpPr>
        <p:spPr>
          <a:xfrm flipV="1">
            <a:off x="7565799" y="5173111"/>
            <a:ext cx="4466" cy="32531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0DF5544-494D-CAD5-229C-AD8E74E1FBC0}"/>
              </a:ext>
            </a:extLst>
          </p:cNvPr>
          <p:cNvCxnSpPr>
            <a:cxnSpLocks/>
          </p:cNvCxnSpPr>
          <p:nvPr/>
        </p:nvCxnSpPr>
        <p:spPr>
          <a:xfrm flipH="1" flipV="1">
            <a:off x="7223359" y="5493599"/>
            <a:ext cx="353386" cy="482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FC3415C6-BE2D-63A5-EFE5-F902188EE8A0}"/>
              </a:ext>
            </a:extLst>
          </p:cNvPr>
          <p:cNvSpPr txBox="1"/>
          <p:nvPr/>
        </p:nvSpPr>
        <p:spPr>
          <a:xfrm>
            <a:off x="7562791" y="5182786"/>
            <a:ext cx="1617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category count map</a:t>
            </a:r>
          </a:p>
        </p:txBody>
      </p:sp>
    </p:spTree>
    <p:extLst>
      <p:ext uri="{BB962C8B-B14F-4D97-AF65-F5344CB8AC3E}">
        <p14:creationId xmlns:p14="http://schemas.microsoft.com/office/powerpoint/2010/main" val="3239888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3048FD-068A-F78A-7C83-210A342171A5}"/>
              </a:ext>
            </a:extLst>
          </p:cNvPr>
          <p:cNvSpPr/>
          <p:nvPr/>
        </p:nvSpPr>
        <p:spPr>
          <a:xfrm>
            <a:off x="1472766" y="1553029"/>
            <a:ext cx="3883232" cy="4016498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0A26F5-6244-F521-D2B0-F6CBB4C53A89}"/>
              </a:ext>
            </a:extLst>
          </p:cNvPr>
          <p:cNvCxnSpPr>
            <a:cxnSpLocks/>
          </p:cNvCxnSpPr>
          <p:nvPr/>
        </p:nvCxnSpPr>
        <p:spPr>
          <a:xfrm>
            <a:off x="2290070" y="2454358"/>
            <a:ext cx="0" cy="39226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2C750CB-852D-DDFC-F13D-910A97339F55}"/>
              </a:ext>
            </a:extLst>
          </p:cNvPr>
          <p:cNvSpPr txBox="1"/>
          <p:nvPr/>
        </p:nvSpPr>
        <p:spPr>
          <a:xfrm>
            <a:off x="3039245" y="1581521"/>
            <a:ext cx="8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4AA610-A547-45DF-B7AE-E45D50BA2997}"/>
              </a:ext>
            </a:extLst>
          </p:cNvPr>
          <p:cNvSpPr/>
          <p:nvPr/>
        </p:nvSpPr>
        <p:spPr>
          <a:xfrm>
            <a:off x="1817716" y="2158304"/>
            <a:ext cx="930435" cy="457200"/>
          </a:xfrm>
          <a:prstGeom prst="roundRect">
            <a:avLst>
              <a:gd name="adj" fmla="val 19265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:Model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4307DA-3379-5E2F-B652-3E12FDFBE983}"/>
              </a:ext>
            </a:extLst>
          </p:cNvPr>
          <p:cNvSpPr/>
          <p:nvPr/>
        </p:nvSpPr>
        <p:spPr>
          <a:xfrm>
            <a:off x="3429978" y="2137062"/>
            <a:ext cx="1721922" cy="457200"/>
          </a:xfrm>
          <a:prstGeom prst="roundRect">
            <a:avLst>
              <a:gd name="adj" fmla="val 19265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:AddressBook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9762A8E-426A-7E3B-BBEB-9B6AC13AAB96}"/>
              </a:ext>
            </a:extLst>
          </p:cNvPr>
          <p:cNvCxnSpPr>
            <a:cxnSpLocks/>
          </p:cNvCxnSpPr>
          <p:nvPr/>
        </p:nvCxnSpPr>
        <p:spPr>
          <a:xfrm>
            <a:off x="0" y="3254874"/>
            <a:ext cx="218906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253BC3D-68D0-CB14-980F-D88BE8A71796}"/>
              </a:ext>
            </a:extLst>
          </p:cNvPr>
          <p:cNvSpPr/>
          <p:nvPr/>
        </p:nvSpPr>
        <p:spPr>
          <a:xfrm>
            <a:off x="2189063" y="3242792"/>
            <a:ext cx="186228" cy="19704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EA210E-A068-24FB-EB1C-A2E5C7384E72}"/>
              </a:ext>
            </a:extLst>
          </p:cNvPr>
          <p:cNvCxnSpPr>
            <a:cxnSpLocks/>
          </p:cNvCxnSpPr>
          <p:nvPr/>
        </p:nvCxnSpPr>
        <p:spPr>
          <a:xfrm flipH="1">
            <a:off x="0" y="5213267"/>
            <a:ext cx="218213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EA8EDE0-2DE2-D8D8-2D8B-F80D26990FC3}"/>
              </a:ext>
            </a:extLst>
          </p:cNvPr>
          <p:cNvSpPr txBox="1"/>
          <p:nvPr/>
        </p:nvSpPr>
        <p:spPr>
          <a:xfrm>
            <a:off x="229726" y="2673579"/>
            <a:ext cx="1205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getUnfilteredPersonList()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14BED4E-A368-F735-C51B-E8D5EDDC847C}"/>
              </a:ext>
            </a:extLst>
          </p:cNvPr>
          <p:cNvCxnSpPr>
            <a:cxnSpLocks/>
          </p:cNvCxnSpPr>
          <p:nvPr/>
        </p:nvCxnSpPr>
        <p:spPr>
          <a:xfrm>
            <a:off x="4271270" y="2615504"/>
            <a:ext cx="0" cy="376154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7C9B59A-ED2D-C968-4303-57A2EDAB3A30}"/>
              </a:ext>
            </a:extLst>
          </p:cNvPr>
          <p:cNvSpPr/>
          <p:nvPr/>
        </p:nvSpPr>
        <p:spPr>
          <a:xfrm>
            <a:off x="4197825" y="3657601"/>
            <a:ext cx="186228" cy="12350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B24B15-46EC-63E0-0BB2-9FB3C115463B}"/>
              </a:ext>
            </a:extLst>
          </p:cNvPr>
          <p:cNvCxnSpPr>
            <a:cxnSpLocks/>
          </p:cNvCxnSpPr>
          <p:nvPr/>
        </p:nvCxnSpPr>
        <p:spPr>
          <a:xfrm>
            <a:off x="2375291" y="3657601"/>
            <a:ext cx="182253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C9E46E-DE0A-A7FF-CE4F-8D40F2BD5B09}"/>
              </a:ext>
            </a:extLst>
          </p:cNvPr>
          <p:cNvCxnSpPr>
            <a:cxnSpLocks/>
          </p:cNvCxnSpPr>
          <p:nvPr/>
        </p:nvCxnSpPr>
        <p:spPr>
          <a:xfrm flipH="1">
            <a:off x="2377239" y="4892634"/>
            <a:ext cx="182058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2E11382-C25F-9B58-A392-34E2CF0FE9D7}"/>
              </a:ext>
            </a:extLst>
          </p:cNvPr>
          <p:cNvSpPr txBox="1"/>
          <p:nvPr/>
        </p:nvSpPr>
        <p:spPr>
          <a:xfrm>
            <a:off x="2676282" y="3254874"/>
            <a:ext cx="1521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getPersonList()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4EA4BF-67C5-021C-4AB6-69FD34E36AFE}"/>
              </a:ext>
            </a:extLst>
          </p:cNvPr>
          <p:cNvSpPr txBox="1"/>
          <p:nvPr/>
        </p:nvSpPr>
        <p:spPr>
          <a:xfrm>
            <a:off x="2769396" y="4968702"/>
            <a:ext cx="1521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Unmodifiable persons list</a:t>
            </a:r>
          </a:p>
        </p:txBody>
      </p:sp>
    </p:spTree>
    <p:extLst>
      <p:ext uri="{BB962C8B-B14F-4D97-AF65-F5344CB8AC3E}">
        <p14:creationId xmlns:p14="http://schemas.microsoft.com/office/powerpoint/2010/main" val="1829632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 Yonggang</dc:creator>
  <cp:lastModifiedBy>Wu Yonggang</cp:lastModifiedBy>
  <cp:revision>2</cp:revision>
  <dcterms:created xsi:type="dcterms:W3CDTF">2026-10-21T02:14:53Z</dcterms:created>
  <dcterms:modified xsi:type="dcterms:W3CDTF">2026-10-22T02:16:34Z</dcterms:modified>
</cp:coreProperties>
</file>